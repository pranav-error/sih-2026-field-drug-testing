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287500" cy="9334500"/>
  <p:notesSz cx="9334500" cy="14287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title slide: how it solves the problem, innovation and uniqueness, the seizure-to-court process flow, and the key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87500" cy="933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287500" cy="857250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145256"/>
            <a:ext cx="14878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Is the Product — Not the Colour Reading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526256"/>
            <a:ext cx="148780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presumptive field test, bound at capture into evidence a court can independently re-derive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381000" y="952500"/>
            <a:ext cx="6619875" cy="4286250"/>
          </a:xfrm>
          <a:prstGeom prst="roundRect">
            <a:avLst>
              <a:gd name="adj" fmla="val 2222"/>
            </a:avLst>
          </a:prstGeom>
          <a:solidFill>
            <a:srgbClr val="EAF1F8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952500"/>
            <a:ext cx="6619875" cy="3810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040160"/>
            <a:ext cx="2909389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1485900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Admissibility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09600" y="1704975"/>
            <a:ext cx="63475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 says field results "cannot presently be relied upon as documentary evidence." We emit the BSA §63 certificate at the moment of capture.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09600" y="2127796"/>
            <a:ext cx="1867867" cy="2286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12" name="Text 10"/>
          <p:cNvSpPr/>
          <p:nvPr/>
        </p:nvSpPr>
        <p:spPr>
          <a:xfrm>
            <a:off x="742950" y="2184946"/>
            <a:ext cx="167736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§63 in force since 1 July 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2470696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Kit-agnostic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2689771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reagent is declared by the operator, never read from a vendor's serialised pouch.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09600" y="2939281"/>
            <a:ext cx="2144837" cy="2286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16" name="Text 14"/>
          <p:cNvSpPr/>
          <p:nvPr/>
        </p:nvSpPr>
        <p:spPr>
          <a:xfrm>
            <a:off x="742950" y="2996431"/>
            <a:ext cx="19543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kits already purchased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282181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uncertainty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09600" y="3501256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prediction gives "inconclusive" a stated error bound, not a softmax percentage.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09600" y="3750766"/>
            <a:ext cx="2045047" cy="2286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950" y="3807916"/>
            <a:ext cx="185454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wrong calls under unseen light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4093666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field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09600" y="4312741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offline; records seal locally and queue for upload.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09600" y="4562252"/>
            <a:ext cx="1924720" cy="2286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24" name="Text 22"/>
          <p:cNvSpPr/>
          <p:nvPr/>
        </p:nvSpPr>
        <p:spPr>
          <a:xfrm>
            <a:off x="742950" y="4619402"/>
            <a:ext cx="17342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3.96 lakh NDPS cases pending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86625" y="952500"/>
            <a:ext cx="6619875" cy="4286250"/>
          </a:xfrm>
          <a:prstGeom prst="roundRect">
            <a:avLst>
              <a:gd name="adj" fmla="val 2222"/>
            </a:avLst>
          </a:prstGeom>
          <a:solidFill>
            <a:srgbClr val="E7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86625" y="952500"/>
            <a:ext cx="6619875" cy="38100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6175" y="1040160"/>
            <a:ext cx="2644013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15225" y="1485900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Two-view liveness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515225" y="1704975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photograph of a card passes every colour check. It cannot fake depth.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7515225" y="1954485"/>
            <a:ext cx="1835795" cy="228600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</p:sp>
      <p:sp>
        <p:nvSpPr>
          <p:cNvPr id="31" name="Text 29"/>
          <p:cNvSpPr/>
          <p:nvPr/>
        </p:nvSpPr>
        <p:spPr>
          <a:xfrm>
            <a:off x="7648575" y="2011635"/>
            <a:ext cx="16452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0.1 px vs 28.2 predicted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5225" y="2297385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verifiers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7515225" y="2516460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and Dart, no shared code. A single implementation agreeing with itself proves nothing.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515225" y="2765971"/>
            <a:ext cx="1365721" cy="228600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</p:sp>
      <p:sp>
        <p:nvSpPr>
          <p:cNvPr id="35" name="Text 33"/>
          <p:cNvSpPr/>
          <p:nvPr/>
        </p:nvSpPr>
        <p:spPr>
          <a:xfrm>
            <a:off x="7648575" y="2823121"/>
            <a:ext cx="11752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379 automated tests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15225" y="3108871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verifier that states its limits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515225" y="3327946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what is proven, what is asserted, and what is unverifiable.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7515225" y="3577456"/>
            <a:ext cx="1702296" cy="228600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</p:sp>
      <p:sp>
        <p:nvSpPr>
          <p:cNvPr id="39" name="Text 37"/>
          <p:cNvSpPr/>
          <p:nvPr/>
        </p:nvSpPr>
        <p:spPr>
          <a:xfrm>
            <a:off x="7648575" y="3634606"/>
            <a:ext cx="15117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buckets, not a green tick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15225" y="3920356"/>
            <a:ext cx="67789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parallel evidence store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7515225" y="4139431"/>
            <a:ext cx="677894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97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CCTNS-2.0 stays the system of record.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7515225" y="4388941"/>
            <a:ext cx="1772171" cy="228600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</p:sp>
      <p:sp>
        <p:nvSpPr>
          <p:cNvPr id="43" name="Text 41"/>
          <p:cNvSpPr/>
          <p:nvPr/>
        </p:nvSpPr>
        <p:spPr>
          <a:xfrm>
            <a:off x="7648575" y="4446091"/>
            <a:ext cx="15816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eSakshya handoff envelope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1000" y="5381625"/>
            <a:ext cx="13525500" cy="361950"/>
          </a:xfrm>
          <a:custGeom>
            <a:avLst/>
            <a:gdLst/>
            <a:ahLst/>
            <a:cxnLst/>
            <a:rect l="l" t="t" r="r" b="b"/>
            <a:pathLst>
              <a:path w="13525500" h="361950">
                <a:moveTo>
                  <a:pt x="76200" y="0"/>
                </a:moveTo>
                <a:lnTo>
                  <a:pt x="13449300" y="0"/>
                </a:lnTo>
                <a:arcTo hR="76200" wR="76200" stAng="16200000" swAng="5400000"/>
                <a:lnTo>
                  <a:pt x="13525500" y="361950"/>
                </a:lnTo>
                <a:lnTo>
                  <a:pt x="0" y="36195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6B3FA0"/>
          </a:solidFill>
          <a:ln/>
        </p:spPr>
      </p:sp>
      <p:sp>
        <p:nvSpPr>
          <p:cNvPr id="45" name="Text 43"/>
          <p:cNvSpPr/>
          <p:nvPr/>
        </p:nvSpPr>
        <p:spPr>
          <a:xfrm>
            <a:off x="590550" y="5471145"/>
            <a:ext cx="2273618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SEIZURE TO COURT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81000" y="5857875"/>
            <a:ext cx="2552700" cy="952500"/>
          </a:xfrm>
          <a:custGeom>
            <a:avLst/>
            <a:gdLst/>
            <a:ahLst/>
            <a:cxnLst/>
            <a:rect l="l" t="t" r="r" b="b"/>
            <a:pathLst>
              <a:path w="2552700" h="952500">
                <a:moveTo>
                  <a:pt x="0" y="0"/>
                </a:moveTo>
                <a:lnTo>
                  <a:pt x="2552700" y="0"/>
                </a:lnTo>
                <a:lnTo>
                  <a:pt x="2552700" y="876300"/>
                </a:lnTo>
                <a:arcTo hR="76200" wR="76200" stAng="0" swAng="5400000"/>
                <a:lnTo>
                  <a:pt x="76200" y="95250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1EAF8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" y="5991225"/>
            <a:ext cx="285750" cy="262979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8" name="Text 46"/>
          <p:cNvSpPr/>
          <p:nvPr/>
        </p:nvSpPr>
        <p:spPr>
          <a:xfrm>
            <a:off x="495300" y="5991225"/>
            <a:ext cx="361950" cy="30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3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533400" y="6311354"/>
            <a:ext cx="247269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3400" y="6528495"/>
            <a:ext cx="247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and strip in one frame, twice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028950" y="6191250"/>
            <a:ext cx="114300" cy="1524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2" name="Shape 50"/>
          <p:cNvSpPr/>
          <p:nvPr/>
        </p:nvSpPr>
        <p:spPr>
          <a:xfrm>
            <a:off x="3124200" y="5857875"/>
            <a:ext cx="2552700" cy="952500"/>
          </a:xfrm>
          <a:prstGeom prst="rect">
            <a:avLst/>
          </a:prstGeom>
          <a:solidFill>
            <a:srgbClr val="F1EAF8"/>
          </a:solidFill>
          <a:ln/>
        </p:spPr>
      </p:sp>
      <p:sp>
        <p:nvSpPr>
          <p:cNvPr id="53" name="Shape 51"/>
          <p:cNvSpPr/>
          <p:nvPr/>
        </p:nvSpPr>
        <p:spPr>
          <a:xfrm>
            <a:off x="3276600" y="5991225"/>
            <a:ext cx="285750" cy="262979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54" name="Text 52"/>
          <p:cNvSpPr/>
          <p:nvPr/>
        </p:nvSpPr>
        <p:spPr>
          <a:xfrm>
            <a:off x="3238500" y="5991225"/>
            <a:ext cx="361950" cy="30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3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3276600" y="6311354"/>
            <a:ext cx="247269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276600" y="6528495"/>
            <a:ext cx="247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fiducials → homography → CIELAB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72150" y="6191250"/>
            <a:ext cx="114300" cy="1524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8" name="Shape 56"/>
          <p:cNvSpPr/>
          <p:nvPr/>
        </p:nvSpPr>
        <p:spPr>
          <a:xfrm>
            <a:off x="5867400" y="5857875"/>
            <a:ext cx="2552700" cy="952500"/>
          </a:xfrm>
          <a:prstGeom prst="rect">
            <a:avLst/>
          </a:prstGeom>
          <a:solidFill>
            <a:srgbClr val="F1EAF8"/>
          </a:solidFill>
          <a:ln/>
        </p:spPr>
      </p:sp>
      <p:sp>
        <p:nvSpPr>
          <p:cNvPr id="59" name="Shape 57"/>
          <p:cNvSpPr/>
          <p:nvPr/>
        </p:nvSpPr>
        <p:spPr>
          <a:xfrm>
            <a:off x="6019800" y="5991225"/>
            <a:ext cx="285750" cy="262979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60" name="Text 58"/>
          <p:cNvSpPr/>
          <p:nvPr/>
        </p:nvSpPr>
        <p:spPr>
          <a:xfrm>
            <a:off x="5981700" y="5991225"/>
            <a:ext cx="361950" cy="30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3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6019800" y="6311354"/>
            <a:ext cx="247269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019800" y="6528495"/>
            <a:ext cx="247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set with a stated α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515350" y="6191250"/>
            <a:ext cx="114300" cy="1524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64" name="Shape 62"/>
          <p:cNvSpPr/>
          <p:nvPr/>
        </p:nvSpPr>
        <p:spPr>
          <a:xfrm>
            <a:off x="8610600" y="5857875"/>
            <a:ext cx="2552700" cy="952500"/>
          </a:xfrm>
          <a:prstGeom prst="rect">
            <a:avLst/>
          </a:prstGeom>
          <a:solidFill>
            <a:srgbClr val="F1EAF8"/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5991225"/>
            <a:ext cx="285750" cy="262979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66" name="Text 64"/>
          <p:cNvSpPr/>
          <p:nvPr/>
        </p:nvSpPr>
        <p:spPr>
          <a:xfrm>
            <a:off x="8724900" y="5991225"/>
            <a:ext cx="361950" cy="30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3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8763000" y="6311354"/>
            <a:ext cx="247269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3000" y="6528495"/>
            <a:ext cx="247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SHA-256, signed in StrongBox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258550" y="6191250"/>
            <a:ext cx="114300" cy="1524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353800" y="5857875"/>
            <a:ext cx="2552700" cy="952500"/>
          </a:xfrm>
          <a:custGeom>
            <a:avLst/>
            <a:gdLst/>
            <a:ahLst/>
            <a:cxnLst/>
            <a:rect l="l" t="t" r="r" b="b"/>
            <a:pathLst>
              <a:path w="2552700" h="952500">
                <a:moveTo>
                  <a:pt x="0" y="0"/>
                </a:moveTo>
                <a:lnTo>
                  <a:pt x="2552700" y="0"/>
                </a:lnTo>
                <a:lnTo>
                  <a:pt x="2552700" y="876300"/>
                </a:lnTo>
                <a:arcTo hR="76200" wR="76200" stAng="0" swAng="5400000"/>
                <a:lnTo>
                  <a:pt x="76200" y="95250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1EAF8"/>
          </a:solidFill>
          <a:ln/>
        </p:spPr>
      </p:sp>
      <p:sp>
        <p:nvSpPr>
          <p:cNvPr id="71" name="Shape 69"/>
          <p:cNvSpPr/>
          <p:nvPr/>
        </p:nvSpPr>
        <p:spPr>
          <a:xfrm>
            <a:off x="11506200" y="5991225"/>
            <a:ext cx="285750" cy="262979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2" name="Text 70"/>
          <p:cNvSpPr/>
          <p:nvPr/>
        </p:nvSpPr>
        <p:spPr>
          <a:xfrm>
            <a:off x="11468100" y="5991225"/>
            <a:ext cx="361950" cy="30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823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11506200" y="6311354"/>
            <a:ext cx="247269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506200" y="6528495"/>
            <a:ext cx="247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by anyone, trusting no one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81000" y="6953250"/>
            <a:ext cx="13525500" cy="361950"/>
          </a:xfrm>
          <a:custGeom>
            <a:avLst/>
            <a:gdLst/>
            <a:ahLst/>
            <a:cxnLst/>
            <a:rect l="l" t="t" r="r" b="b"/>
            <a:pathLst>
              <a:path w="13525500" h="361950">
                <a:moveTo>
                  <a:pt x="76200" y="0"/>
                </a:moveTo>
                <a:lnTo>
                  <a:pt x="13449300" y="0"/>
                </a:lnTo>
                <a:arcTo hR="76200" wR="76200" stAng="16200000" swAng="5400000"/>
                <a:lnTo>
                  <a:pt x="13525500" y="361950"/>
                </a:lnTo>
                <a:lnTo>
                  <a:pt x="0" y="36195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A45"/>
          </a:solidFill>
          <a:ln/>
        </p:spPr>
      </p:sp>
      <p:sp>
        <p:nvSpPr>
          <p:cNvPr id="76" name="Text 74"/>
          <p:cNvSpPr/>
          <p:nvPr/>
        </p:nvSpPr>
        <p:spPr>
          <a:xfrm>
            <a:off x="590550" y="7042770"/>
            <a:ext cx="1235794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81000" y="7410450"/>
            <a:ext cx="2124075" cy="1733550"/>
          </a:xfrm>
          <a:custGeom>
            <a:avLst/>
            <a:gdLst/>
            <a:ahLst/>
            <a:cxnLst/>
            <a:rect l="l" t="t" r="r" b="b"/>
            <a:pathLst>
              <a:path w="2124075" h="1733550">
                <a:moveTo>
                  <a:pt x="0" y="0"/>
                </a:moveTo>
                <a:lnTo>
                  <a:pt x="2124075" y="0"/>
                </a:lnTo>
                <a:lnTo>
                  <a:pt x="2124075" y="1657350"/>
                </a:lnTo>
                <a:arcTo hR="76200" wR="76200" stAng="0" swAng="5400000"/>
                <a:lnTo>
                  <a:pt x="76200" y="173355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EAF1F8"/>
          </a:solidFill>
          <a:ln/>
        </p:spPr>
      </p:sp>
      <p:sp>
        <p:nvSpPr>
          <p:cNvPr id="78" name="Text 76"/>
          <p:cNvSpPr/>
          <p:nvPr/>
        </p:nvSpPr>
        <p:spPr>
          <a:xfrm>
            <a:off x="533400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675" dirty="0"/>
          </a:p>
        </p:txBody>
      </p:sp>
      <p:sp>
        <p:nvSpPr>
          <p:cNvPr id="79" name="Text 77"/>
          <p:cNvSpPr/>
          <p:nvPr/>
        </p:nvSpPr>
        <p:spPr>
          <a:xfrm>
            <a:off x="533400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3.96 lakh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533400" y="8090446"/>
            <a:ext cx="2001203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NDPS cases pending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533400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MHA, 2026</a:t>
            </a:r>
            <a:endParaRPr lang="en-US" sz="675" dirty="0"/>
          </a:p>
        </p:txBody>
      </p:sp>
      <p:sp>
        <p:nvSpPr>
          <p:cNvPr id="82" name="Shape 80"/>
          <p:cNvSpPr/>
          <p:nvPr/>
        </p:nvSpPr>
        <p:spPr>
          <a:xfrm>
            <a:off x="2657475" y="7410450"/>
            <a:ext cx="2124075" cy="173355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83" name="Text 81"/>
          <p:cNvSpPr/>
          <p:nvPr/>
        </p:nvSpPr>
        <p:spPr>
          <a:xfrm>
            <a:off x="2809875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675" dirty="0"/>
          </a:p>
        </p:txBody>
      </p:sp>
      <p:sp>
        <p:nvSpPr>
          <p:cNvPr id="84" name="Text 82"/>
          <p:cNvSpPr/>
          <p:nvPr/>
        </p:nvSpPr>
        <p:spPr>
          <a:xfrm>
            <a:off x="2809875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1,44,812</a:t>
            </a:r>
            <a:endParaRPr lang="en-US" sz="1950" dirty="0"/>
          </a:p>
        </p:txBody>
      </p:sp>
      <p:sp>
        <p:nvSpPr>
          <p:cNvPr id="85" name="Text 83"/>
          <p:cNvSpPr/>
          <p:nvPr/>
        </p:nvSpPr>
        <p:spPr>
          <a:xfrm>
            <a:off x="2809875" y="8090446"/>
            <a:ext cx="2001203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arrested under NDPS in 2022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2809875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NCRB, Crime in India 2022</a:t>
            </a:r>
            <a:endParaRPr lang="en-US" sz="675" dirty="0"/>
          </a:p>
        </p:txBody>
      </p:sp>
      <p:sp>
        <p:nvSpPr>
          <p:cNvPr id="87" name="Shape 85"/>
          <p:cNvSpPr/>
          <p:nvPr/>
        </p:nvSpPr>
        <p:spPr>
          <a:xfrm>
            <a:off x="4933950" y="7410450"/>
            <a:ext cx="2124075" cy="173355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88" name="Text 86"/>
          <p:cNvSpPr/>
          <p:nvPr/>
        </p:nvSpPr>
        <p:spPr>
          <a:xfrm>
            <a:off x="5086350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675" dirty="0"/>
          </a:p>
        </p:txBody>
      </p:sp>
      <p:sp>
        <p:nvSpPr>
          <p:cNvPr id="89" name="Text 87"/>
          <p:cNvSpPr/>
          <p:nvPr/>
        </p:nvSpPr>
        <p:spPr>
          <a:xfrm>
            <a:off x="5086350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950" dirty="0"/>
          </a:p>
        </p:txBody>
      </p:sp>
      <p:sp>
        <p:nvSpPr>
          <p:cNvPr id="90" name="Text 88"/>
          <p:cNvSpPr/>
          <p:nvPr/>
        </p:nvSpPr>
        <p:spPr>
          <a:xfrm>
            <a:off x="5086350" y="8090446"/>
            <a:ext cx="189547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NDPS courts, 22 states have none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5086350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MHA, 2026</a:t>
            </a:r>
            <a:endParaRPr lang="en-US" sz="675" dirty="0"/>
          </a:p>
        </p:txBody>
      </p:sp>
      <p:sp>
        <p:nvSpPr>
          <p:cNvPr id="92" name="Shape 90"/>
          <p:cNvSpPr/>
          <p:nvPr/>
        </p:nvSpPr>
        <p:spPr>
          <a:xfrm>
            <a:off x="7210425" y="7410450"/>
            <a:ext cx="2124075" cy="173355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93" name="Text 91"/>
          <p:cNvSpPr/>
          <p:nvPr/>
        </p:nvSpPr>
        <p:spPr>
          <a:xfrm>
            <a:off x="7362825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675" dirty="0"/>
          </a:p>
        </p:txBody>
      </p:sp>
      <p:sp>
        <p:nvSpPr>
          <p:cNvPr id="94" name="Text 92"/>
          <p:cNvSpPr/>
          <p:nvPr/>
        </p:nvSpPr>
        <p:spPr>
          <a:xfrm>
            <a:off x="7362825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₹2,080 cr</a:t>
            </a:r>
            <a:endParaRPr lang="en-US" sz="1950" dirty="0"/>
          </a:p>
        </p:txBody>
      </p:sp>
      <p:sp>
        <p:nvSpPr>
          <p:cNvPr id="95" name="Text 93"/>
          <p:cNvSpPr/>
          <p:nvPr/>
        </p:nvSpPr>
        <p:spPr>
          <a:xfrm>
            <a:off x="7362825" y="8090446"/>
            <a:ext cx="2001203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modernisation spend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7362825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MHA, 2022</a:t>
            </a:r>
            <a:endParaRPr lang="en-US" sz="675" dirty="0"/>
          </a:p>
        </p:txBody>
      </p:sp>
      <p:sp>
        <p:nvSpPr>
          <p:cNvPr id="97" name="Shape 95"/>
          <p:cNvSpPr/>
          <p:nvPr/>
        </p:nvSpPr>
        <p:spPr>
          <a:xfrm>
            <a:off x="9486900" y="7410450"/>
            <a:ext cx="2124075" cy="1733550"/>
          </a:xfrm>
          <a:prstGeom prst="rect">
            <a:avLst/>
          </a:prstGeom>
          <a:solidFill>
            <a:srgbClr val="E7F3F0"/>
          </a:solidFill>
          <a:ln/>
        </p:spPr>
      </p:sp>
      <p:sp>
        <p:nvSpPr>
          <p:cNvPr id="98" name="Text 96"/>
          <p:cNvSpPr/>
          <p:nvPr/>
        </p:nvSpPr>
        <p:spPr>
          <a:xfrm>
            <a:off x="9639300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US</a:t>
            </a:r>
            <a:endParaRPr lang="en-US" sz="675" dirty="0"/>
          </a:p>
        </p:txBody>
      </p:sp>
      <p:sp>
        <p:nvSpPr>
          <p:cNvPr id="99" name="Text 97"/>
          <p:cNvSpPr/>
          <p:nvPr/>
        </p:nvSpPr>
        <p:spPr>
          <a:xfrm>
            <a:off x="9639300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ΔE</a:t>
            </a:r>
            <a:endParaRPr lang="en-US" sz="1950" dirty="0"/>
          </a:p>
        </p:txBody>
      </p:sp>
      <p:sp>
        <p:nvSpPr>
          <p:cNvPr id="100" name="Text 98"/>
          <p:cNvSpPr/>
          <p:nvPr/>
        </p:nvSpPr>
        <p:spPr>
          <a:xfrm>
            <a:off x="9639300" y="8090446"/>
            <a:ext cx="2001203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accuracy on 28 real cameras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9639300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measurement</a:t>
            </a:r>
            <a:endParaRPr lang="en-US" sz="675" dirty="0"/>
          </a:p>
        </p:txBody>
      </p:sp>
      <p:sp>
        <p:nvSpPr>
          <p:cNvPr id="102" name="Shape 100"/>
          <p:cNvSpPr/>
          <p:nvPr/>
        </p:nvSpPr>
        <p:spPr>
          <a:xfrm>
            <a:off x="11763375" y="7410450"/>
            <a:ext cx="2124075" cy="1733550"/>
          </a:xfrm>
          <a:custGeom>
            <a:avLst/>
            <a:gdLst/>
            <a:ahLst/>
            <a:cxnLst/>
            <a:rect l="l" t="t" r="r" b="b"/>
            <a:pathLst>
              <a:path w="2124075" h="1733550">
                <a:moveTo>
                  <a:pt x="0" y="0"/>
                </a:moveTo>
                <a:lnTo>
                  <a:pt x="2124075" y="0"/>
                </a:lnTo>
                <a:lnTo>
                  <a:pt x="2124075" y="1657350"/>
                </a:lnTo>
                <a:arcTo hR="76200" wR="76200" stAng="0" swAng="5400000"/>
                <a:lnTo>
                  <a:pt x="76200" y="173355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E7F3F0"/>
          </a:solidFill>
          <a:ln/>
        </p:spPr>
      </p:sp>
      <p:sp>
        <p:nvSpPr>
          <p:cNvPr id="103" name="Text 101"/>
          <p:cNvSpPr/>
          <p:nvPr/>
        </p:nvSpPr>
        <p:spPr>
          <a:xfrm>
            <a:off x="11915775" y="7543800"/>
            <a:ext cx="2001203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675" b="1" spc="75" kern="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US</a:t>
            </a:r>
            <a:endParaRPr lang="en-US" sz="675" dirty="0"/>
          </a:p>
        </p:txBody>
      </p:sp>
      <p:sp>
        <p:nvSpPr>
          <p:cNvPr id="104" name="Text 102"/>
          <p:cNvSpPr/>
          <p:nvPr/>
        </p:nvSpPr>
        <p:spPr>
          <a:xfrm>
            <a:off x="11915775" y="7741890"/>
            <a:ext cx="200120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95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</a:t>
            </a:r>
            <a:endParaRPr lang="en-US" sz="1950" dirty="0"/>
          </a:p>
        </p:txBody>
      </p:sp>
      <p:sp>
        <p:nvSpPr>
          <p:cNvPr id="105" name="Text 103"/>
          <p:cNvSpPr/>
          <p:nvPr/>
        </p:nvSpPr>
        <p:spPr>
          <a:xfrm>
            <a:off x="11915775" y="8090446"/>
            <a:ext cx="2001203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25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printed reference card</a:t>
            </a:r>
            <a:endParaRPr lang="en-US" sz="825" dirty="0"/>
          </a:p>
        </p:txBody>
      </p:sp>
      <p:sp>
        <p:nvSpPr>
          <p:cNvPr id="106" name="Text 104"/>
          <p:cNvSpPr/>
          <p:nvPr/>
        </p:nvSpPr>
        <p:spPr>
          <a:xfrm>
            <a:off x="11915775" y="8899252"/>
            <a:ext cx="2001203" cy="149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675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costing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2026-09-09T01:03:09Z</dcterms:created>
  <dcterms:modified xsi:type="dcterms:W3CDTF">2026-09-09T01:03:09Z</dcterms:modified>
</cp:coreProperties>
</file>